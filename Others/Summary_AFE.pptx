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BBCFB-0931-48B0-A8C0-330032280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172B4D-48D2-4EFC-B1C1-2B07CC7E9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2CAA82-4561-45C1-8E62-A65C3621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A7EB79-4D32-4C93-B116-19258E6C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BBA863-C54C-48A4-BF35-ECC98421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89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8EC86-A555-4903-B86A-25DF41928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92492C-8DBA-41B8-97B7-FC5E656FF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36A72C-AA27-40E4-A445-9EBC6AAF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3CFC79-BB22-4072-9801-106E7357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A8B1FD-3B23-401A-B87E-EA7F1222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67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DA13E-E782-41AF-8C7D-6305A8E5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6A57DF-7BA9-404C-AE1A-09AD28C2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8ECA22-F205-447D-81CC-8340CB91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1EEE98-C036-410B-A770-A2C293722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EC77A2-8E93-43A9-9826-FBF4E1B2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71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FAB4D-72F1-43F3-80ED-B867CFCA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A8772D-77E2-4E09-A832-FBEC48731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A83ADE-3B92-4C32-9E54-00A8108DF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F9063A-6871-41B8-A91A-AFFC2E45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2D975E-28BA-4E8A-BC21-089D1F5F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8DB645-91FC-4F87-A8EE-51AEBFED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55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30C56-66B5-426D-824E-BBEFFB1D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AFEE6-C5CD-42E6-922C-2E7B8E379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EE7438-C24A-423B-ADB0-29BB7611D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494031-393E-41B4-97A9-7D9B68361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19B99C-D626-43A3-BC71-EBA1D30E6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A612DB4-EDFD-40BC-9A24-CD051AD1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4A443F-7CB1-4686-B599-A0D06D80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4EC259-098E-4224-85B0-81D4E2BF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17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8262B-7AFE-4B1D-A3A2-85BAA02B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764357-B0FA-483F-9908-291DAA5F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2EEFA8-DC96-4D8B-8805-8DA6274A0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5BAA13-7737-443E-93B8-5FE85EA0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17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D5095E-0C8C-4197-A151-AC977AB7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1D41A4-CB83-41C7-BC78-C3DAF846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1BF82B-3548-428D-B13F-D020CFB2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71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CCFAE-EB7F-4756-8B38-2F21936E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C65A61-6C7A-4CE7-996B-00BB7CC02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256D0F-D23B-41BD-ACE4-44BAE1E67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B891DA-A40E-44D6-A467-10092373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EB5D1C-91BA-4E2A-B65C-061A9DC5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B70DA8-D663-405A-A683-CE6DC4A0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45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A9E66-1746-4502-8371-BB5A286BC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DA2EDD8-E8AC-404B-B84E-0675A6C8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202247-FE34-42E9-80C0-DE1007F3E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4BAAFA-0B90-4DB9-B3AE-69A19857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57E503-5EF1-44FB-86FC-1CC2488F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188FE7-0AE3-4AD5-B02B-60C6F8BE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93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CEC5E-20A3-473C-80C0-21ABF188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CFCB1E-9319-4667-922F-445709005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77201A-33E2-44A5-B8C5-86DC732B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0BC4E-5052-49C7-8D13-2A5B2DE8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9F6911-6058-411B-B4D8-BEC9FF2E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41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F237A0-28E0-42A0-9465-6B6228373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22BCB3-C77C-4A95-8938-146E2FDEE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1B094-53E5-4D5B-A5BB-7710D28A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EEEBD-3F16-4AF9-B943-E57FB308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0BC8E-30D0-4572-84CC-2353C816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36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04CFD2-267B-4B7B-A8DF-C7C27B0E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AC8AD9-05FE-4B97-AD97-2A198BE2C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0A3111-19D5-494D-BB4B-3D9EA88EE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AB9A-DCDD-4483-ADCF-59707659DBA1}" type="datetimeFigureOut">
              <a:rPr lang="en-GB" smtClean="0"/>
              <a:t>19/03/2020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B6816D-F8D1-483A-A4BD-67A5D5EB1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700DEC-3486-463D-991C-A5AFC278E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52593-F3C2-46C9-A993-2EFED0427B4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87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5BCF23-370A-443D-89DA-DDED5BC4D926}"/>
              </a:ext>
            </a:extLst>
          </p:cNvPr>
          <p:cNvSpPr txBox="1"/>
          <p:nvPr/>
        </p:nvSpPr>
        <p:spPr>
          <a:xfrm>
            <a:off x="4714240" y="264160"/>
            <a:ext cx="2423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err="1"/>
              <a:t>Outlier</a:t>
            </a:r>
            <a:r>
              <a:rPr lang="es-ES" sz="2400" b="1" dirty="0"/>
              <a:t> </a:t>
            </a:r>
            <a:r>
              <a:rPr lang="es-ES" sz="2400" b="1" dirty="0" err="1"/>
              <a:t>Definition</a:t>
            </a:r>
            <a:endParaRPr lang="en-GB" sz="2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911ED2-A20D-4898-98FE-BBB2AC926CC0}"/>
              </a:ext>
            </a:extLst>
          </p:cNvPr>
          <p:cNvSpPr txBox="1"/>
          <p:nvPr/>
        </p:nvSpPr>
        <p:spPr>
          <a:xfrm>
            <a:off x="975360" y="1310640"/>
            <a:ext cx="217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Temperature</a:t>
            </a:r>
            <a:r>
              <a:rPr lang="es-ES" dirty="0"/>
              <a:t> </a:t>
            </a:r>
            <a:r>
              <a:rPr lang="es-ES" dirty="0" err="1"/>
              <a:t>Outliers</a:t>
            </a:r>
            <a:endParaRPr lang="en-GB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A705718-F6D3-4059-B657-9D929B96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7005"/>
            <a:ext cx="4410172" cy="29401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395D48-698C-45BF-9EFA-C5A445CFD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27" y="1995108"/>
            <a:ext cx="4179572" cy="27863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7B66EB1-0F7A-4F9D-8478-94C79CEA2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845" y="2067522"/>
            <a:ext cx="4036155" cy="27139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2E26B4B-373B-4467-8F4F-5606E0301E44}"/>
              </a:ext>
            </a:extLst>
          </p:cNvPr>
          <p:cNvSpPr txBox="1"/>
          <p:nvPr/>
        </p:nvSpPr>
        <p:spPr>
          <a:xfrm>
            <a:off x="5273040" y="1310640"/>
            <a:ext cx="2168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Precipitation</a:t>
            </a:r>
            <a:r>
              <a:rPr lang="es-ES" dirty="0"/>
              <a:t> </a:t>
            </a:r>
            <a:r>
              <a:rPr lang="es-ES" dirty="0" err="1"/>
              <a:t>Outliers</a:t>
            </a:r>
            <a:endParaRPr lang="en-GB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3F87DD7-B64F-45B8-9C32-45826EA88264}"/>
              </a:ext>
            </a:extLst>
          </p:cNvPr>
          <p:cNvSpPr txBox="1"/>
          <p:nvPr/>
        </p:nvSpPr>
        <p:spPr>
          <a:xfrm>
            <a:off x="9276080" y="1308551"/>
            <a:ext cx="211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Wind</a:t>
            </a:r>
            <a:r>
              <a:rPr lang="es-ES" dirty="0"/>
              <a:t> </a:t>
            </a:r>
            <a:r>
              <a:rPr lang="es-ES" dirty="0" err="1"/>
              <a:t>Speed</a:t>
            </a:r>
            <a:r>
              <a:rPr lang="es-ES" dirty="0"/>
              <a:t> </a:t>
            </a:r>
            <a:r>
              <a:rPr lang="es-ES" dirty="0" err="1"/>
              <a:t>Outliers</a:t>
            </a:r>
            <a:endParaRPr lang="en-GB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086D52-3131-4497-BC41-646DB8D5CFF6}"/>
              </a:ext>
            </a:extLst>
          </p:cNvPr>
          <p:cNvSpPr/>
          <p:nvPr/>
        </p:nvSpPr>
        <p:spPr>
          <a:xfrm>
            <a:off x="3816939" y="6340766"/>
            <a:ext cx="9011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http://eltiempo.lasprovincias.es/las-cosas-del-clima/records-meteorologicos-espanoles</a:t>
            </a:r>
          </a:p>
        </p:txBody>
      </p:sp>
    </p:spTree>
    <p:extLst>
      <p:ext uri="{BB962C8B-B14F-4D97-AF65-F5344CB8AC3E}">
        <p14:creationId xmlns:p14="http://schemas.microsoft.com/office/powerpoint/2010/main" val="379937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950FF5-05FA-4344-B322-58B6C84B0911}"/>
              </a:ext>
            </a:extLst>
          </p:cNvPr>
          <p:cNvSpPr txBox="1"/>
          <p:nvPr/>
        </p:nvSpPr>
        <p:spPr>
          <a:xfrm>
            <a:off x="4610100" y="257175"/>
            <a:ext cx="334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test data</a:t>
            </a:r>
            <a:endParaRPr lang="en-GB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8450A1-A48E-4D16-BCD5-9B50CDF6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82" y="1066800"/>
            <a:ext cx="11681157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5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1393FA0-DBEB-4867-9F4A-154FDBB0CCBD}"/>
              </a:ext>
            </a:extLst>
          </p:cNvPr>
          <p:cNvSpPr txBox="1"/>
          <p:nvPr/>
        </p:nvSpPr>
        <p:spPr>
          <a:xfrm>
            <a:off x="4062751" y="257175"/>
            <a:ext cx="406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Girona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111A7A-0DF3-463E-B9FF-07B3B617A66D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EE232E-1383-410D-B6CD-2110EF1381E8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01F6B3E-319B-4751-AF18-B2201D69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90" y="1330286"/>
            <a:ext cx="3918035" cy="27736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D81681E-4C33-40FE-AE9D-DDA00EA53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16" y="1330286"/>
            <a:ext cx="3895785" cy="2772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A8ABA97-76E1-4545-AAA5-797C8BFE6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115" y="3971086"/>
            <a:ext cx="3808839" cy="26418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B0ADE44-66D8-4FD8-9812-94BD7F831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14" y="4102286"/>
            <a:ext cx="3808838" cy="2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1393FA0-DBEB-4867-9F4A-154FDBB0CCBD}"/>
              </a:ext>
            </a:extLst>
          </p:cNvPr>
          <p:cNvSpPr txBox="1"/>
          <p:nvPr/>
        </p:nvSpPr>
        <p:spPr>
          <a:xfrm>
            <a:off x="4062751" y="257175"/>
            <a:ext cx="398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Lleida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111A7A-0DF3-463E-B9FF-07B3B617A66D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EE232E-1383-410D-B6CD-2110EF1381E8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43465C-A20C-4A8A-BD1D-ECFD56F9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99" y="4126471"/>
            <a:ext cx="3397425" cy="23242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FAB8DA-65CC-4D7F-9903-426BB9431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90" y="1485019"/>
            <a:ext cx="3378374" cy="23496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C1A6F17-F506-4068-B047-50814ED5A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749" y="3976338"/>
            <a:ext cx="3679911" cy="262448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9E08840-15AF-4F4C-9F0F-FCAEA4011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967" y="1420466"/>
            <a:ext cx="3871838" cy="26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9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9CAE1C-8B18-4627-B724-C758C64C5AB8}"/>
              </a:ext>
            </a:extLst>
          </p:cNvPr>
          <p:cNvSpPr txBox="1"/>
          <p:nvPr/>
        </p:nvSpPr>
        <p:spPr>
          <a:xfrm>
            <a:off x="4062751" y="257175"/>
            <a:ext cx="408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Huelva</a:t>
            </a:r>
            <a:endParaRPr lang="en-GB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D321A-65C2-4F37-8698-36AF85CF8FEA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FBBE4E-CE2F-460D-A67F-D2779A0BED71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9A092F-3CAD-4DDE-84B9-866E7740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41" y="1549339"/>
            <a:ext cx="3340272" cy="23686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53AE70F-32FD-47DE-BCF3-678D3D841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26" y="4137064"/>
            <a:ext cx="3410125" cy="23115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9D66B7-1D2F-4AB1-B174-44CD50486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13" y="1330286"/>
            <a:ext cx="3378374" cy="24258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2B42C54-E8B2-4F9F-AC5B-B71B3F789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338" y="3987740"/>
            <a:ext cx="3391074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7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9CAE1C-8B18-4627-B724-C758C64C5AB8}"/>
              </a:ext>
            </a:extLst>
          </p:cNvPr>
          <p:cNvSpPr txBox="1"/>
          <p:nvPr/>
        </p:nvSpPr>
        <p:spPr>
          <a:xfrm>
            <a:off x="4062751" y="257175"/>
            <a:ext cx="403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Sevilla</a:t>
            </a:r>
            <a:endParaRPr lang="en-GB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D321A-65C2-4F37-8698-36AF85CF8FEA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FBBE4E-CE2F-460D-A67F-D2779A0BED71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367859-C586-4A36-AF62-46631E32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9" y="1330287"/>
            <a:ext cx="3994237" cy="279596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FF927A6-08DE-43D4-91CD-396EA5A21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38" y="4126253"/>
            <a:ext cx="3580238" cy="251767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30CCF87-8E81-4EC5-AB47-90D954CC5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95" y="1406463"/>
            <a:ext cx="3295819" cy="238772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3D5377-D40B-4AFD-9F31-0742695E8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095" y="3949639"/>
            <a:ext cx="3302170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0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9CAE1C-8B18-4627-B724-C758C64C5AB8}"/>
              </a:ext>
            </a:extLst>
          </p:cNvPr>
          <p:cNvSpPr txBox="1"/>
          <p:nvPr/>
        </p:nvSpPr>
        <p:spPr>
          <a:xfrm>
            <a:off x="4062751" y="257175"/>
            <a:ext cx="403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Sevilla</a:t>
            </a:r>
            <a:endParaRPr lang="en-GB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D321A-65C2-4F37-8698-36AF85CF8FEA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FBBE4E-CE2F-460D-A67F-D2779A0BED71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367859-C586-4A36-AF62-46631E32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9" y="1330287"/>
            <a:ext cx="3994237" cy="279596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FF927A6-08DE-43D4-91CD-396EA5A21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38" y="4126253"/>
            <a:ext cx="3580238" cy="251767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30CCF87-8E81-4EC5-AB47-90D954CC5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95" y="1406463"/>
            <a:ext cx="3295819" cy="238772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3D5377-D40B-4AFD-9F31-0742695E8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095" y="3949639"/>
            <a:ext cx="3302170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9CAE1C-8B18-4627-B724-C758C64C5AB8}"/>
              </a:ext>
            </a:extLst>
          </p:cNvPr>
          <p:cNvSpPr txBox="1"/>
          <p:nvPr/>
        </p:nvSpPr>
        <p:spPr>
          <a:xfrm>
            <a:off x="4062751" y="257175"/>
            <a:ext cx="435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Valladolid</a:t>
            </a:r>
            <a:endParaRPr lang="en-GB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D321A-65C2-4F37-8698-36AF85CF8FEA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FBBE4E-CE2F-460D-A67F-D2779A0BED71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2CA470-063C-4628-A289-28DC7695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41" y="1330286"/>
            <a:ext cx="3600635" cy="23686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3E3BB6-5F4C-4DDD-B482-FF3DC662F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22" y="3933765"/>
            <a:ext cx="3340272" cy="23242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823837-564B-42DE-88FB-AD1ABF1B7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920" y="1368388"/>
            <a:ext cx="3302170" cy="23305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22FE7B-C663-47DB-B704-A871533D5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615" y="4025839"/>
            <a:ext cx="3302170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60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9CAE1C-8B18-4627-B724-C758C64C5AB8}"/>
              </a:ext>
            </a:extLst>
          </p:cNvPr>
          <p:cNvSpPr txBox="1"/>
          <p:nvPr/>
        </p:nvSpPr>
        <p:spPr>
          <a:xfrm>
            <a:off x="4062751" y="257175"/>
            <a:ext cx="3982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detected</a:t>
            </a:r>
            <a:r>
              <a:rPr lang="es-ES" dirty="0"/>
              <a:t> </a:t>
            </a:r>
            <a:r>
              <a:rPr lang="es-ES" dirty="0" err="1"/>
              <a:t>outliers</a:t>
            </a:r>
            <a:r>
              <a:rPr lang="es-ES" dirty="0"/>
              <a:t> - Ceuta</a:t>
            </a:r>
            <a:endParaRPr lang="en-GB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D321A-65C2-4F37-8698-36AF85CF8FEA}"/>
              </a:ext>
            </a:extLst>
          </p:cNvPr>
          <p:cNvSpPr txBox="1"/>
          <p:nvPr/>
        </p:nvSpPr>
        <p:spPr>
          <a:xfrm>
            <a:off x="1943099" y="960954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Train Set</a:t>
            </a:r>
            <a:endParaRPr lang="en-GB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FBBE4E-CE2F-460D-A67F-D2779A0BED71}"/>
              </a:ext>
            </a:extLst>
          </p:cNvPr>
          <p:cNvSpPr txBox="1"/>
          <p:nvPr/>
        </p:nvSpPr>
        <p:spPr>
          <a:xfrm>
            <a:off x="7858125" y="960954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Test Set</a:t>
            </a:r>
            <a:endParaRPr lang="en-GB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795152-5C30-481E-9563-33847F22D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42" y="1330286"/>
            <a:ext cx="3314870" cy="234962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9C08F1-0017-4B0D-B57F-4A8EAACE2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42" y="3924240"/>
            <a:ext cx="3359323" cy="23242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615B02A-E8BA-4052-9E14-448D10AC0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116" y="1292184"/>
            <a:ext cx="3257717" cy="23877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A488DDF-B8F0-4A4B-A0FB-BC56C7511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621" y="3971805"/>
            <a:ext cx="3276768" cy="24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0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54E658-13EE-449C-99E2-AFC3E7CAF681}"/>
              </a:ext>
            </a:extLst>
          </p:cNvPr>
          <p:cNvSpPr txBox="1"/>
          <p:nvPr/>
        </p:nvSpPr>
        <p:spPr>
          <a:xfrm>
            <a:off x="419100" y="1782395"/>
            <a:ext cx="11430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Conclusions</a:t>
            </a:r>
            <a:endParaRPr lang="es-ES" sz="2800" b="1" dirty="0"/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Isolated</a:t>
            </a:r>
            <a:r>
              <a:rPr lang="es-ES" sz="2400" dirty="0"/>
              <a:t> </a:t>
            </a:r>
            <a:r>
              <a:rPr lang="es-ES" sz="2400" dirty="0" err="1"/>
              <a:t>points</a:t>
            </a:r>
            <a:r>
              <a:rPr lang="es-ES" sz="2400" dirty="0"/>
              <a:t>, </a:t>
            </a:r>
            <a:r>
              <a:rPr lang="es-ES" sz="2400" dirty="0" err="1"/>
              <a:t>even</a:t>
            </a:r>
            <a:r>
              <a:rPr lang="es-ES" sz="2400" dirty="0"/>
              <a:t> </a:t>
            </a:r>
            <a:r>
              <a:rPr lang="es-ES" sz="2400" dirty="0" err="1"/>
              <a:t>if</a:t>
            </a:r>
            <a:r>
              <a:rPr lang="es-ES" sz="2400" dirty="0"/>
              <a:t> </a:t>
            </a:r>
            <a:r>
              <a:rPr lang="es-ES" sz="2400" dirty="0" err="1"/>
              <a:t>they</a:t>
            </a:r>
            <a:r>
              <a:rPr lang="es-ES" sz="2400" dirty="0"/>
              <a:t> are normal are </a:t>
            </a:r>
            <a:r>
              <a:rPr lang="es-ES" sz="2400" dirty="0" err="1"/>
              <a:t>considered</a:t>
            </a:r>
            <a:r>
              <a:rPr lang="es-ES" sz="2400" dirty="0"/>
              <a:t> as </a:t>
            </a:r>
            <a:r>
              <a:rPr lang="es-ES" sz="2400" dirty="0" err="1"/>
              <a:t>anomalies</a:t>
            </a:r>
            <a:r>
              <a:rPr lang="es-E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For</a:t>
            </a:r>
            <a:r>
              <a:rPr lang="es-ES" sz="2400" dirty="0"/>
              <a:t> </a:t>
            </a:r>
            <a:r>
              <a:rPr lang="es-ES" sz="2400" dirty="0" err="1"/>
              <a:t>this</a:t>
            </a:r>
            <a:r>
              <a:rPr lang="es-ES" sz="2400" dirty="0"/>
              <a:t>, </a:t>
            </a:r>
            <a:r>
              <a:rPr lang="es-ES" sz="2400" dirty="0" err="1"/>
              <a:t>maybe</a:t>
            </a:r>
            <a:r>
              <a:rPr lang="es-ES" sz="2400" dirty="0"/>
              <a:t> </a:t>
            </a:r>
            <a:r>
              <a:rPr lang="es-ES" sz="2400" dirty="0" err="1"/>
              <a:t>reducing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number</a:t>
            </a:r>
            <a:r>
              <a:rPr lang="es-ES" sz="2400" dirty="0"/>
              <a:t> </a:t>
            </a:r>
            <a:r>
              <a:rPr lang="es-ES" sz="2400" dirty="0" err="1"/>
              <a:t>or</a:t>
            </a:r>
            <a:r>
              <a:rPr lang="es-ES" sz="2400" dirty="0"/>
              <a:t> </a:t>
            </a:r>
            <a:r>
              <a:rPr lang="es-ES" sz="2400" dirty="0" err="1"/>
              <a:t>artificially</a:t>
            </a:r>
            <a:r>
              <a:rPr lang="es-ES" sz="2400" dirty="0"/>
              <a:t> </a:t>
            </a:r>
            <a:r>
              <a:rPr lang="es-ES" sz="2400" dirty="0" err="1"/>
              <a:t>added</a:t>
            </a:r>
            <a:r>
              <a:rPr lang="es-ES" sz="2400" dirty="0"/>
              <a:t> </a:t>
            </a:r>
            <a:r>
              <a:rPr lang="es-ES" sz="2400" dirty="0" err="1"/>
              <a:t>outliers</a:t>
            </a:r>
            <a:r>
              <a:rPr lang="es-ES" sz="2400" dirty="0"/>
              <a:t> </a:t>
            </a:r>
            <a:r>
              <a:rPr lang="es-ES" sz="2400" dirty="0" err="1"/>
              <a:t>could</a:t>
            </a:r>
            <a:r>
              <a:rPr lang="es-ES" sz="2400" dirty="0"/>
              <a:t> lead </a:t>
            </a:r>
            <a:r>
              <a:rPr lang="es-ES" sz="2400" dirty="0" err="1"/>
              <a:t>to</a:t>
            </a:r>
            <a:r>
              <a:rPr lang="es-ES" sz="2400" dirty="0"/>
              <a:t> a </a:t>
            </a:r>
            <a:r>
              <a:rPr lang="es-ES" sz="2400" dirty="0" err="1"/>
              <a:t>decrease</a:t>
            </a:r>
            <a:r>
              <a:rPr lang="es-ES" sz="2400" dirty="0"/>
              <a:t> </a:t>
            </a:r>
            <a:r>
              <a:rPr lang="es-ES" sz="2400" dirty="0" err="1"/>
              <a:t>on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“</a:t>
            </a:r>
            <a:r>
              <a:rPr lang="es-ES" sz="2400" dirty="0" err="1"/>
              <a:t>min_simples</a:t>
            </a:r>
            <a:r>
              <a:rPr lang="es-ES" sz="2400" dirty="0"/>
              <a:t>” -&gt; </a:t>
            </a:r>
            <a:r>
              <a:rPr lang="en-GB" sz="2400" dirty="0"/>
              <a:t>That could help us in these errors on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Sevilla and Ceuta anomalies exhibit a strange behaviour, that cannot by easily identified by eye.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2443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161</Words>
  <Application>Microsoft Office PowerPoint</Application>
  <PresentationFormat>Panorámica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Ariadna Fernández Estévez</dc:creator>
  <cp:lastModifiedBy>Ariadna Fernández Estévez</cp:lastModifiedBy>
  <cp:revision>10</cp:revision>
  <dcterms:created xsi:type="dcterms:W3CDTF">2020-03-19T08:53:59Z</dcterms:created>
  <dcterms:modified xsi:type="dcterms:W3CDTF">2020-03-19T10:02:38Z</dcterms:modified>
</cp:coreProperties>
</file>